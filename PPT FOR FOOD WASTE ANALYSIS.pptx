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D5A62A-5027-4747-BBDD-8D2E38CE1F51}" v="15" dt="2026-04-13T10:43:13.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090"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9095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8815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9992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0577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909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0312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058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3600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5624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8786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5318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57162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6470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61768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1217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3819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1-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8812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1-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0182942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1drv.ms/x/c/7ac9460c321f1d31/IQBdm8qydPugRLYsY8hqQgJ2Acfwdj4K_V7HhBLCw6rKTm0?e=bv7xh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freepngimg.com/png/85280-emoticon-emotion-samsung-iphone-galaxy-emoji"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Food Waste Analysis</a:t>
            </a:r>
          </a:p>
        </p:txBody>
      </p:sp>
      <p:sp>
        <p:nvSpPr>
          <p:cNvPr id="3" name="Subtitle 2"/>
          <p:cNvSpPr>
            <a:spLocks noGrp="1"/>
          </p:cNvSpPr>
          <p:nvPr>
            <p:ph type="subTitle" idx="1"/>
          </p:nvPr>
        </p:nvSpPr>
        <p:spPr>
          <a:xfrm>
            <a:off x="914400" y="3632200"/>
            <a:ext cx="7315200" cy="1650999"/>
          </a:xfrm>
        </p:spPr>
        <p:txBody>
          <a:bodyPr>
            <a:normAutofit/>
          </a:bodyPr>
          <a:lstStyle/>
          <a:p>
            <a:r>
              <a:rPr dirty="0"/>
              <a:t>Data Science Project Presentation</a:t>
            </a:r>
            <a:endParaRPr lang="en-US" dirty="0"/>
          </a:p>
          <a:p>
            <a:r>
              <a:rPr lang="en-IN" dirty="0"/>
              <a:t>Name : Vaibhav Tripathy</a:t>
            </a:r>
          </a:p>
          <a:p>
            <a:r>
              <a:rPr lang="en-IN" dirty="0"/>
              <a:t>25SCS1003005357</a:t>
            </a:r>
          </a:p>
          <a:p>
            <a:r>
              <a:rPr lang="en-US" dirty="0"/>
              <a:t>Submitted To: Varsha Srivastava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Food waste is a major issue affecting economy and environment.</a:t>
            </a:r>
          </a:p>
          <a:p>
            <a:r>
              <a:t>Understanding waste patterns can help reduce food waste.</a:t>
            </a:r>
          </a:p>
          <a:p>
            <a:r>
              <a:t>Survey data is analyzed to identify waste causes.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Analyze food waste behavior.</a:t>
            </a:r>
          </a:p>
          <a:p>
            <a:r>
              <a:t>Identify main causes of waste.</a:t>
            </a:r>
          </a:p>
          <a:p>
            <a:r>
              <a:t>Understand storage and consumption habits.</a:t>
            </a:r>
          </a:p>
          <a:p>
            <a:r>
              <a:t>Prepare dataset for further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Description</a:t>
            </a:r>
          </a:p>
        </p:txBody>
      </p:sp>
      <p:sp>
        <p:nvSpPr>
          <p:cNvPr id="3" name="Content Placeholder 2"/>
          <p:cNvSpPr>
            <a:spLocks noGrp="1"/>
          </p:cNvSpPr>
          <p:nvPr>
            <p:ph idx="1"/>
          </p:nvPr>
        </p:nvSpPr>
        <p:spPr/>
        <p:txBody>
          <a:bodyPr/>
          <a:lstStyle/>
          <a:p>
            <a:r>
              <a:rPr dirty="0"/>
              <a:t>Collected using Google Form survey.</a:t>
            </a:r>
          </a:p>
          <a:p>
            <a:r>
              <a:rPr dirty="0"/>
              <a:t>Total responses</a:t>
            </a:r>
            <a:r>
              <a:t>: </a:t>
            </a:r>
            <a:r>
              <a:rPr lang="en-US"/>
              <a:t>100</a:t>
            </a:r>
            <a:r>
              <a:t> </a:t>
            </a:r>
            <a:r>
              <a:rPr dirty="0"/>
              <a:t>participants.</a:t>
            </a:r>
          </a:p>
          <a:p>
            <a:r>
              <a:rPr dirty="0"/>
              <a:t>Contains categorical and behavioral data.</a:t>
            </a:r>
          </a:p>
          <a:p>
            <a:r>
              <a:rPr dirty="0"/>
              <a:t>Includes buying, storing, and waste habits.</a:t>
            </a:r>
            <a:endParaRPr lang="en-US" dirty="0"/>
          </a:p>
          <a:p>
            <a:r>
              <a:rPr lang="en-US" dirty="0">
                <a:hlinkClick r:id="rId2"/>
              </a:rPr>
              <a:t>Food_waste_analysis_100_responses.xlsx</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Collection</a:t>
            </a:r>
          </a:p>
        </p:txBody>
      </p:sp>
      <p:sp>
        <p:nvSpPr>
          <p:cNvPr id="3" name="Content Placeholder 2"/>
          <p:cNvSpPr>
            <a:spLocks noGrp="1"/>
          </p:cNvSpPr>
          <p:nvPr>
            <p:ph idx="1"/>
          </p:nvPr>
        </p:nvSpPr>
        <p:spPr/>
        <p:txBody>
          <a:bodyPr/>
          <a:lstStyle/>
          <a:p>
            <a:r>
              <a:t>Survey distributed among students and households.</a:t>
            </a:r>
          </a:p>
          <a:p>
            <a:r>
              <a:t>Questions focused on food buying and waste habits.</a:t>
            </a:r>
          </a:p>
          <a:p>
            <a:r>
              <a:t>Responses collected digitally.</a:t>
            </a:r>
          </a:p>
          <a:p>
            <a:r>
              <a:t>Data exported to spreadsheet for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a:t>
            </a:r>
          </a:p>
        </p:txBody>
      </p:sp>
      <p:sp>
        <p:nvSpPr>
          <p:cNvPr id="3" name="Content Placeholder 2"/>
          <p:cNvSpPr>
            <a:spLocks noGrp="1"/>
          </p:cNvSpPr>
          <p:nvPr>
            <p:ph idx="1"/>
          </p:nvPr>
        </p:nvSpPr>
        <p:spPr/>
        <p:txBody>
          <a:bodyPr/>
          <a:lstStyle/>
          <a:p>
            <a:r>
              <a:t>Removed incomplete or invalid responses.</a:t>
            </a:r>
          </a:p>
          <a:p>
            <a:r>
              <a:t>Checked for duplicate entries.</a:t>
            </a:r>
          </a:p>
          <a:p>
            <a:r>
              <a:t>Converted categorical responses into structured format.</a:t>
            </a:r>
          </a:p>
          <a:p>
            <a:r>
              <a:t>Prepared clean dataset for analysis and visualization.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Chart: Reasons for Food Waste</a:t>
            </a:r>
          </a:p>
        </p:txBody>
      </p:sp>
      <p:pic>
        <p:nvPicPr>
          <p:cNvPr id="3" name="Picture 2" descr="chart_reasons.png"/>
          <p:cNvPicPr>
            <a:picLocks noChangeAspect="1"/>
          </p:cNvPicPr>
          <p:nvPr/>
        </p:nvPicPr>
        <p:blipFill>
          <a:blip r:embed="rId2"/>
          <a:stretch>
            <a:fillRect/>
          </a:stretch>
        </p:blipFill>
        <p:spPr>
          <a:xfrm>
            <a:off x="624348" y="2541638"/>
            <a:ext cx="3485536" cy="3621918"/>
          </a:xfrm>
          <a:prstGeom prst="rect">
            <a:avLst/>
          </a:prstGeom>
        </p:spPr>
      </p:pic>
      <p:sp>
        <p:nvSpPr>
          <p:cNvPr id="4" name="TextBox 3"/>
          <p:cNvSpPr txBox="1"/>
          <p:nvPr/>
        </p:nvSpPr>
        <p:spPr>
          <a:xfrm rot="10800000" flipV="1">
            <a:off x="4218040" y="2571929"/>
            <a:ext cx="3608438" cy="1200329"/>
          </a:xfrm>
          <a:prstGeom prst="rect">
            <a:avLst/>
          </a:prstGeom>
          <a:noFill/>
        </p:spPr>
        <p:txBody>
          <a:bodyPr wrap="square">
            <a:spAutoFit/>
          </a:bodyPr>
          <a:lstStyle/>
          <a:p>
            <a:r>
              <a:rPr lang="en-US" dirty="0"/>
              <a:t>Cooking excess food is major reason.</a:t>
            </a:r>
          </a:p>
          <a:p>
            <a:r>
              <a:rPr lang="en-US" dirty="0"/>
              <a:t>Food expiry and forgetting food also contribute.</a:t>
            </a:r>
          </a:p>
          <a:p>
            <a:r>
              <a:rPr lang="en-US" dirty="0"/>
              <a:t>Shows behavioral waste patterns.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Chart: Leftover Handling</a:t>
            </a:r>
          </a:p>
        </p:txBody>
      </p:sp>
      <p:pic>
        <p:nvPicPr>
          <p:cNvPr id="3" name="Picture 2" descr="chart_leftover.png"/>
          <p:cNvPicPr>
            <a:picLocks noChangeAspect="1"/>
          </p:cNvPicPr>
          <p:nvPr/>
        </p:nvPicPr>
        <p:blipFill>
          <a:blip r:embed="rId2"/>
          <a:stretch>
            <a:fillRect/>
          </a:stretch>
        </p:blipFill>
        <p:spPr>
          <a:xfrm>
            <a:off x="457200" y="2364658"/>
            <a:ext cx="3967316" cy="3972710"/>
          </a:xfrm>
          <a:prstGeom prst="rect">
            <a:avLst/>
          </a:prstGeom>
        </p:spPr>
      </p:pic>
      <p:sp>
        <p:nvSpPr>
          <p:cNvPr id="4" name="TextBox 3"/>
          <p:cNvSpPr txBox="1"/>
          <p:nvPr/>
        </p:nvSpPr>
        <p:spPr>
          <a:xfrm rot="10800000" flipV="1">
            <a:off x="4847303" y="2848928"/>
            <a:ext cx="3382297" cy="1200329"/>
          </a:xfrm>
          <a:prstGeom prst="rect">
            <a:avLst/>
          </a:prstGeom>
          <a:noFill/>
        </p:spPr>
        <p:txBody>
          <a:bodyPr wrap="square">
            <a:spAutoFit/>
          </a:bodyPr>
          <a:lstStyle/>
          <a:p>
            <a:r>
              <a:rPr dirty="0"/>
              <a:t>Many respondents eat leftovers later.</a:t>
            </a:r>
          </a:p>
          <a:p>
            <a:r>
              <a:rPr dirty="0"/>
              <a:t>Some still throw food away.</a:t>
            </a:r>
          </a:p>
          <a:p>
            <a:r>
              <a:rPr dirty="0"/>
              <a:t>Shows scope for improvement.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Past Work Done</a:t>
            </a:r>
          </a:p>
        </p:txBody>
      </p:sp>
      <p:sp>
        <p:nvSpPr>
          <p:cNvPr id="3" name="Content Placeholder 2"/>
          <p:cNvSpPr>
            <a:spLocks noGrp="1"/>
          </p:cNvSpPr>
          <p:nvPr>
            <p:ph idx="1"/>
          </p:nvPr>
        </p:nvSpPr>
        <p:spPr/>
        <p:txBody>
          <a:bodyPr>
            <a:normAutofit/>
          </a:bodyPr>
          <a:lstStyle/>
          <a:p>
            <a:r>
              <a:t>Previous studies analyzed food waste using surveys and statistical methods.</a:t>
            </a:r>
          </a:p>
          <a:p>
            <a:r>
              <a:t>Research identified major causes such as overcooking, improper storage, and expiry.</a:t>
            </a:r>
          </a:p>
          <a:p>
            <a:r>
              <a:t>Some projects used visualization tools to understand waste patterns.</a:t>
            </a:r>
          </a:p>
          <a:p>
            <a:r>
              <a:t>Machine learning has been applied in limited cases to predict food waste trends.</a:t>
            </a:r>
          </a:p>
          <a:p>
            <a:r>
              <a:t>Awareness campaigns and behavioral analysis were also conducted.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Gap in Previous Work</a:t>
            </a:r>
          </a:p>
        </p:txBody>
      </p:sp>
      <p:sp>
        <p:nvSpPr>
          <p:cNvPr id="3" name="Content Placeholder 2"/>
          <p:cNvSpPr>
            <a:spLocks noGrp="1"/>
          </p:cNvSpPr>
          <p:nvPr>
            <p:ph idx="1"/>
          </p:nvPr>
        </p:nvSpPr>
        <p:spPr/>
        <p:txBody>
          <a:bodyPr>
            <a:normAutofit/>
          </a:bodyPr>
          <a:lstStyle/>
          <a:p>
            <a:r>
              <a:rPr dirty="0"/>
              <a:t>Many studies used small datasets with limited participants.</a:t>
            </a:r>
          </a:p>
          <a:p>
            <a:r>
              <a:rPr dirty="0"/>
              <a:t>Lack of real-time prediction and forecasting models.</a:t>
            </a:r>
          </a:p>
          <a:p>
            <a:r>
              <a:rPr dirty="0"/>
              <a:t>Limited use of machine learning for accurate waste prediction.</a:t>
            </a:r>
          </a:p>
          <a:p>
            <a:r>
              <a:rPr dirty="0"/>
              <a:t>Few studies focused on student and household combined behavior.</a:t>
            </a:r>
          </a:p>
          <a:p>
            <a:r>
              <a:rPr dirty="0"/>
              <a:t>Need for better data cleaning, preprocessing, and predictive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4" name="Rectangle 1">
            <a:extLst>
              <a:ext uri="{FF2B5EF4-FFF2-40B4-BE49-F238E27FC236}">
                <a16:creationId xmlns:a16="http://schemas.microsoft.com/office/drawing/2014/main" id="{94A5648B-3C23-82AF-8521-F5ED7C4CDBC0}"/>
              </a:ext>
            </a:extLst>
          </p:cNvPr>
          <p:cNvSpPr>
            <a:spLocks noGrp="1" noChangeArrowheads="1"/>
          </p:cNvSpPr>
          <p:nvPr>
            <p:ph idx="1"/>
          </p:nvPr>
        </p:nvSpPr>
        <p:spPr bwMode="auto">
          <a:xfrm>
            <a:off x="1176865" y="3427803"/>
            <a:ext cx="655820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rPr>
              <a:t>Food</a:t>
            </a:r>
            <a:r>
              <a:rPr kumimoji="0" lang="en-US" altLang="en-US" sz="1800" b="0" i="0" u="none" strike="noStrike" cap="none" normalizeH="0" baseline="0" dirty="0">
                <a:ln>
                  <a:noFill/>
                </a:ln>
                <a:solidFill>
                  <a:schemeClr val="tx1"/>
                </a:solidFill>
                <a:effectLst/>
                <a:latin typeface="Arial" panose="020B0604020202020204" pitchFamily="34" charset="0"/>
              </a:rPr>
              <a:t> waste mainly driven by </a:t>
            </a:r>
            <a:r>
              <a:rPr kumimoji="0" lang="en-US" altLang="en-US" sz="1800" b="1" i="0" u="none" strike="noStrike" cap="none" normalizeH="0" baseline="0" dirty="0">
                <a:ln>
                  <a:noFill/>
                </a:ln>
                <a:solidFill>
                  <a:schemeClr val="tx1"/>
                </a:solidFill>
                <a:effectLst/>
                <a:latin typeface="Arial" panose="020B0604020202020204" pitchFamily="34" charset="0"/>
              </a:rPr>
              <a:t>overproduction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Peak</a:t>
            </a:r>
            <a:r>
              <a:rPr kumimoji="0" lang="en-US" altLang="en-US" sz="1800" b="0" i="0" u="none" strike="noStrike" cap="none" normalizeH="0" baseline="0" dirty="0">
                <a:ln>
                  <a:noFill/>
                </a:ln>
                <a:solidFill>
                  <a:schemeClr val="tx1"/>
                </a:solidFill>
                <a:effectLst/>
                <a:latin typeface="Arial" panose="020B0604020202020204" pitchFamily="34" charset="0"/>
              </a:rPr>
              <a:t> waste observed during </a:t>
            </a:r>
            <a:r>
              <a:rPr kumimoji="0" lang="en-US" altLang="en-US" sz="1800" b="1" i="0" u="none" strike="noStrike" cap="none" normalizeH="0" baseline="0" dirty="0">
                <a:ln>
                  <a:noFill/>
                </a:ln>
                <a:solidFill>
                  <a:schemeClr val="tx1"/>
                </a:solidFill>
                <a:effectLst/>
                <a:latin typeface="Arial" panose="020B0604020202020204" pitchFamily="34" charset="0"/>
              </a:rPr>
              <a:t>weekends / high demand days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categories causing maximum waste identified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Model predicts waste trends with good accuracy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a:t>
            </a:r>
            <a:r>
              <a:rPr kumimoji="0" lang="en-US" altLang="en-US" sz="1800" b="0" i="0" u="none" strike="noStrike" cap="none" normalizeH="0" baseline="0" dirty="0">
                <a:ln>
                  <a:noFill/>
                </a:ln>
                <a:solidFill>
                  <a:schemeClr val="tx1"/>
                </a:solidFill>
                <a:effectLst/>
                <a:latin typeface="Arial" panose="020B0604020202020204" pitchFamily="34" charset="0"/>
              </a:rPr>
              <a:t> Optimize production using data </a:t>
            </a:r>
            <a:r>
              <a:rPr kumimoji="0" lang="en-US" altLang="en-US" b="0" i="0" u="none" strike="noStrike" cap="none" normalizeH="0" baseline="0" dirty="0">
                <a:ln>
                  <a:noFill/>
                </a:ln>
                <a:solidFill>
                  <a:schemeClr val="tx1"/>
                </a:solidFill>
                <a:effectLst/>
              </a:rPr>
              <a:t>insights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Problem / Use Case</a:t>
            </a:r>
          </a:p>
        </p:txBody>
      </p:sp>
      <p:sp>
        <p:nvSpPr>
          <p:cNvPr id="4" name="Rectangle 1">
            <a:extLst>
              <a:ext uri="{FF2B5EF4-FFF2-40B4-BE49-F238E27FC236}">
                <a16:creationId xmlns:a16="http://schemas.microsoft.com/office/drawing/2014/main" id="{B72364FF-89D8-C733-A37F-F67D67E4120D}"/>
              </a:ext>
            </a:extLst>
          </p:cNvPr>
          <p:cNvSpPr>
            <a:spLocks noGrp="1" noChangeArrowheads="1"/>
          </p:cNvSpPr>
          <p:nvPr>
            <p:ph idx="1"/>
          </p:nvPr>
        </p:nvSpPr>
        <p:spPr bwMode="auto">
          <a:xfrm>
            <a:off x="1176865" y="3473969"/>
            <a:ext cx="69269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Reduce food waste by </a:t>
            </a:r>
            <a:r>
              <a:rPr kumimoji="0" lang="en-US" altLang="en-US" sz="1800" b="1" i="0" u="none" strike="noStrike" cap="none" normalizeH="0" baseline="0" dirty="0">
                <a:ln>
                  <a:noFill/>
                </a:ln>
                <a:solidFill>
                  <a:schemeClr val="tx1"/>
                </a:solidFill>
                <a:effectLst/>
                <a:latin typeface="Arial" panose="020B0604020202020204" pitchFamily="34" charset="0"/>
              </a:rPr>
              <a:t>15–30%</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Save operational costs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 sustainability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Better inventory management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Increase profit margins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rmAutofit/>
          </a:bodyPr>
          <a:lstStyle/>
          <a:p>
            <a:r>
              <a:rPr lang="en-US" dirty="0"/>
              <a:t>Collected food waste dataset from Excel Performed data cleaning (removed missing values and duplicates)Conducted Exploratory Data Analysis (EDA) to understand patterns Selected key features such as quantity and category  Applied Machine Learning model for prediction Analyzed results and derived insights</a:t>
            </a:r>
          </a:p>
          <a:p>
            <a:r>
              <a:rPr lang="en-US" dirty="0"/>
              <a:t>This methodology helps in reducing food waste using data-driven decisions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&amp; Technologies Used</a:t>
            </a:r>
          </a:p>
        </p:txBody>
      </p:sp>
      <p:sp>
        <p:nvSpPr>
          <p:cNvPr id="3" name="Content Placeholder 2"/>
          <p:cNvSpPr>
            <a:spLocks noGrp="1"/>
          </p:cNvSpPr>
          <p:nvPr>
            <p:ph idx="1"/>
          </p:nvPr>
        </p:nvSpPr>
        <p:spPr/>
        <p:txBody>
          <a:bodyPr/>
          <a:lstStyle/>
          <a:p>
            <a:r>
              <a:rPr lang="en-IN" dirty="0"/>
              <a:t>Microsoft Excel – for dataset collection and basic analysis</a:t>
            </a:r>
          </a:p>
          <a:p>
            <a:r>
              <a:rPr lang="en-IN" dirty="0"/>
              <a:t>Python – for data processing and modelling</a:t>
            </a:r>
          </a:p>
          <a:p>
            <a:r>
              <a:rPr lang="en-IN" dirty="0"/>
              <a:t>Pandas &amp; NumPy – for data cleaning and manipulation</a:t>
            </a:r>
          </a:p>
          <a:p>
            <a:r>
              <a:rPr lang="en-IN" dirty="0"/>
              <a:t>Matplotlib / Seaborn – for data visualization</a:t>
            </a:r>
          </a:p>
          <a:p>
            <a:r>
              <a:rPr lang="en-IN" dirty="0" err="1"/>
              <a:t>Jupyter</a:t>
            </a:r>
            <a:r>
              <a:rPr lang="en-IN" dirty="0"/>
              <a:t> Notebook – for coding and implementation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Visualization Insights</a:t>
            </a:r>
          </a:p>
        </p:txBody>
      </p:sp>
      <p:sp>
        <p:nvSpPr>
          <p:cNvPr id="3" name="Content Placeholder 2"/>
          <p:cNvSpPr>
            <a:spLocks noGrp="1"/>
          </p:cNvSpPr>
          <p:nvPr>
            <p:ph idx="1"/>
          </p:nvPr>
        </p:nvSpPr>
        <p:spPr/>
        <p:txBody>
          <a:bodyPr/>
          <a:lstStyle/>
          <a:p>
            <a:r>
              <a:rPr lang="en-US" dirty="0"/>
              <a:t>Used visualization techniques to understand food waste patterns Compared food prepared vs food consumed Identified high waste food categories Observed trends across different days/time Helped in better understanding of data through visual representation</a:t>
            </a:r>
          </a:p>
          <a:p>
            <a:r>
              <a:rPr lang="en-US" dirty="0"/>
              <a:t>“Visualization made it easier to identify patterns and draw meaningful insights.</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Faced</a:t>
            </a:r>
          </a:p>
        </p:txBody>
      </p:sp>
      <p:sp>
        <p:nvSpPr>
          <p:cNvPr id="3" name="Content Placeholder 2"/>
          <p:cNvSpPr>
            <a:spLocks noGrp="1"/>
          </p:cNvSpPr>
          <p:nvPr>
            <p:ph idx="1"/>
          </p:nvPr>
        </p:nvSpPr>
        <p:spPr/>
        <p:txBody>
          <a:bodyPr/>
          <a:lstStyle/>
          <a:p>
            <a:r>
              <a:rPr lang="en-IN" dirty="0"/>
              <a:t>Handling missing and inconsistent data in dataset Difficulty in selecting relevant features for analysis Limited dataset size affecting accuracy Understanding and applying machine learning model Interpreting results and drawing meaningful insights</a:t>
            </a:r>
          </a:p>
          <a:p>
            <a:r>
              <a:rPr lang="en-US" b="1" dirty="0"/>
              <a:t>These challenges were resolved through data cleaning, practice, and proper analysis.</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rPr lang="en-US" dirty="0"/>
              <a:t>Use data-driven planning to reduce over production Monitor daily food waste and adjust quantity accordingly Focus on reducing waste of perishable food items  Improve demand forecasting using historical data Create awareness about food waste management</a:t>
            </a:r>
          </a:p>
          <a:p>
            <a:r>
              <a:rPr lang="en-US" dirty="0"/>
              <a:t>These recommendations can help in reducing food waste and improving efficiency.</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 / Benefits</a:t>
            </a:r>
          </a:p>
        </p:txBody>
      </p:sp>
      <p:sp>
        <p:nvSpPr>
          <p:cNvPr id="3" name="Content Placeholder 2"/>
          <p:cNvSpPr>
            <a:spLocks noGrp="1"/>
          </p:cNvSpPr>
          <p:nvPr>
            <p:ph idx="1"/>
          </p:nvPr>
        </p:nvSpPr>
        <p:spPr/>
        <p:txBody>
          <a:bodyPr/>
          <a:lstStyle/>
          <a:p>
            <a:r>
              <a:rPr lang="en-IN" dirty="0"/>
              <a:t>Reduces overall food waste Helps in better resource utilization Improves decision-making using data Reduces operational costs Promotes environmental sustainability</a:t>
            </a:r>
          </a:p>
          <a:p>
            <a:r>
              <a:rPr lang="en-US" b="1" dirty="0"/>
              <a:t>This project contributes to both economic savings and environmental protection.</a:t>
            </a:r>
            <a:endParaRPr lang="en-US" dirty="0"/>
          </a:p>
          <a:p>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rPr lang="en-US" dirty="0"/>
              <a:t>Limited dataset size may affect accuracy </a:t>
            </a:r>
          </a:p>
          <a:p>
            <a:r>
              <a:rPr lang="en-US" dirty="0"/>
              <a:t>Data may not represent real-world scenarios completely </a:t>
            </a:r>
          </a:p>
          <a:p>
            <a:r>
              <a:rPr lang="en-US" dirty="0"/>
              <a:t>Some important factors (like weather, demand changes) not included </a:t>
            </a:r>
          </a:p>
          <a:p>
            <a:r>
              <a:rPr lang="en-US" dirty="0"/>
              <a:t>Model predictions depend on data quality </a:t>
            </a:r>
          </a:p>
          <a:p>
            <a:r>
              <a:rPr lang="en-US" dirty="0"/>
              <a:t>Results may vary with different datasets </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dirty="0"/>
          </a:p>
        </p:txBody>
      </p:sp>
      <p:sp>
        <p:nvSpPr>
          <p:cNvPr id="3" name="Content Placeholder 2"/>
          <p:cNvSpPr>
            <a:spLocks noGrp="1"/>
          </p:cNvSpPr>
          <p:nvPr>
            <p:ph idx="1"/>
          </p:nvPr>
        </p:nvSpPr>
        <p:spPr/>
        <p:txBody>
          <a:bodyPr>
            <a:normAutofit/>
          </a:bodyPr>
          <a:lstStyle/>
          <a:p>
            <a:r>
              <a:rPr lang="en-IN" sz="6000" dirty="0"/>
              <a:t>Thank You!</a:t>
            </a:r>
            <a:endParaRPr sz="6000" dirty="0"/>
          </a:p>
        </p:txBody>
      </p:sp>
      <p:pic>
        <p:nvPicPr>
          <p:cNvPr id="5" name="Picture 4">
            <a:extLst>
              <a:ext uri="{FF2B5EF4-FFF2-40B4-BE49-F238E27FC236}">
                <a16:creationId xmlns:a16="http://schemas.microsoft.com/office/drawing/2014/main" id="{D4995EAF-BAD0-03EC-CB9D-222CC33E792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838700" y="2949272"/>
            <a:ext cx="2438400" cy="2753028"/>
          </a:xfrm>
          <a:prstGeom prst="rect">
            <a:avLst/>
          </a:prstGeom>
        </p:spPr>
      </p:pic>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01D17D"/>
      </a:accent1>
      <a:accent2>
        <a:srgbClr val="84C72A"/>
      </a:accent2>
      <a:accent3>
        <a:srgbClr val="E1D126"/>
      </a:accent3>
      <a:accent4>
        <a:srgbClr val="E29932"/>
      </a:accent4>
      <a:accent5>
        <a:srgbClr val="E56526"/>
      </a:accent5>
      <a:accent6>
        <a:srgbClr val="D63731"/>
      </a:accent6>
      <a:hlink>
        <a:srgbClr val="35FA7F"/>
      </a:hlink>
      <a:folHlink>
        <a:srgbClr val="BAFC85"/>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2B2A868B-6BC2-4B3E-98B9-1258F41035DE}"/>
    </a:ext>
  </a:extLst>
</a:theme>
</file>

<file path=docProps/app.xml><?xml version="1.0" encoding="utf-8"?>
<Properties xmlns="http://schemas.openxmlformats.org/officeDocument/2006/extended-properties" xmlns:vt="http://schemas.openxmlformats.org/officeDocument/2006/docPropsVTypes">
  <Template>Vapor Trail</Template>
  <TotalTime>2310</TotalTime>
  <Words>708</Words>
  <Application>Microsoft Office PowerPoint</Application>
  <PresentationFormat>On-screen Show (4:3)</PresentationFormat>
  <Paragraphs>90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Century Gothic</vt:lpstr>
      <vt:lpstr>Vapor Trail</vt:lpstr>
      <vt:lpstr>Food Waste Analysis</vt:lpstr>
      <vt:lpstr>Problem Statement</vt:lpstr>
      <vt:lpstr>Objectives</vt:lpstr>
      <vt:lpstr>Dataset Description</vt:lpstr>
      <vt:lpstr>Data Collection</vt:lpstr>
      <vt:lpstr>Data Cleaning</vt:lpstr>
      <vt:lpstr>Chart: Reasons for Food Waste</vt:lpstr>
      <vt:lpstr>Chart: Leftover Handling</vt:lpstr>
      <vt:lpstr>Past Work Done</vt:lpstr>
      <vt:lpstr>Gap in Previous Work</vt:lpstr>
      <vt:lpstr>Executive Summary</vt:lpstr>
      <vt:lpstr>Business Problem / Use Case</vt:lpstr>
      <vt:lpstr>Methodology</vt:lpstr>
      <vt:lpstr>Tools &amp; Technologies Used</vt:lpstr>
      <vt:lpstr>Data Visualization Insights</vt:lpstr>
      <vt:lpstr>Challenges Faced</vt:lpstr>
      <vt:lpstr>Recommendations</vt:lpstr>
      <vt:lpstr>Impact / Benefits</vt:lpstr>
      <vt:lpstr>Limitations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vaibhav tripathy</cp:lastModifiedBy>
  <cp:revision>4</cp:revision>
  <dcterms:created xsi:type="dcterms:W3CDTF">2013-01-27T09:14:16Z</dcterms:created>
  <dcterms:modified xsi:type="dcterms:W3CDTF">2026-04-20T04:36:32Z</dcterms:modified>
  <cp:category/>
</cp:coreProperties>
</file>